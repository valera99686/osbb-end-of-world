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Ідея" id="{58553e0f-28d0-920d-21b2-d79e81bd888f}">
          <p14:sldIdLst>
            <p14:sldId id="256"/>
            <p14:sldId id="257"/>
            <p14:sldId id="258"/>
          </p14:sldIdLst>
        </p14:section>
        <p14:section name="Що всередині" id="{cd3592c2-42f4-9930-c1b7-fb2b70f72c33}">
          <p14:sldIdLst>
            <p14:sldId id="259"/>
            <p14:sldId id="260"/>
            <p14:sldId id="261"/>
          </p14:sldIdLst>
        </p14:section>
        <p14:section name="Результати" id="{8bca7923-1f54-e1b3-6a0a-1c0f3a87244e}">
          <p14:sldIdLst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Привітання. Це гра «ОСББ кінця світу»: двовимірний рогалик українською мовою. Ти керуєш будинком №17, який ходить на механічних ногах, рятуєш мешканців і б’єшся з машинами, що повторюють одну й ту саму ніч о 04:17. Гру можна встановити на Android як офлайн-застосунок і відкрити у браузері.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Основна думка: головний герой тут не людина, а будинок. Ти лише рухаєшся й вирішуєш, коли вдарити ривком чи вмінням. Мешканці, яких ти рятуєш, стають механікою: їх треба розмістити в квартирах так, щоб сусідство давало бонуси. На знімку бій на телефоні: джойстик, ривок і кнопка вміння.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Один рейд складається з чотирьох кроків. На карті обираєш маршрут: бій, еліта, подія, магазин, скриня. У бою рухаєшся й збираєш досвід. На кожному рівні три сусіди пропонують перки. Між боями розставляєш мешканців і обладнання в квартирах. Наприкінці локації чекає бос.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Масштаб у цифрах. Дев’ять героїв: чотири доступні з перших експедицій, п’ять відкриваються перемогами. Три локації з 18 типами ворогів, 9 мініботами й 9 босами. Сім ядер зброї з еволюціями від сусідніх модулів. 28 перків, 43 досягнення, дев’ять епілогів. Усі 445 реплік озвучені локальною нейромережею, голоси підібрані так, щоб відрізнялися за висотою, темпом і тембром.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Архітектура проста. Уся логіка лежить у lib/game без залежності від DOM: тому її легко тестувати. Бій малюється на канвасі й завантажується окремим фрагментом. Інтерфейс на React. З цієї кодової бази виходить веб-версія для GitHub Pages з офлайн-кешем та Android APK, який збирається власним скриптом без Gradle. На кожен push CI перевіряє типи, запускає тести й збирає проєкт.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Технології: TypeScript, React 19, Vite, Canvas 2D. Музика синтезується в самій грі, без аудіофайлів. Озвучка зроблена локальною нейромережею, малюнки створено за промптами, які збережено в репозиторії. Процес: автотести й баланс-аудит, план робіт з датами, релізи з контрольною сумою, окремі документи для перевірок.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Чесно про якість. Автоматично перевірені правила, бій, збереження, голоси, баланс і доступність на малому екрані. Ще не перевірено на справжньому телефоні, не було живого плейтесту й перевірки з реальним геймпадом. Це перші пункти плану на найближчі тижні, шаблони перевірок вже лежать у docs/qa.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Далі за планом. Перевірка APK на телефоні в кінці жовтня, плейтест на початку листопада, три повні проходи з журналом, заморозка й реліз-кандидат наприкінці листопада, крос-тест чужих проєктів на початку грудня й захист 15 грудня. Шаблони перевірок, шаблони issue, путівник гравця й протокол плейтесту вже готові й лежать у репозиторії.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Демонструємо на живій грі за сценарієм у docs/presentation/demo-script.md. Запасний варіант: путівник гравця з скріншотами. Якщо не буде інтернету, веб-версія й APK працюють офлайн.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Підсумок: ігровий проєкт, який можна встановити на телефон і відкрити в браузері, з тестами, документацією та планом до захисту. Дякую, питання?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E1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ОСББ кінця світу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image" Target="../media/image-3-4.jp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86868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ОСББ кінця світу</a:t>
            </a:r>
            <a:endParaRPr lang="en-US" sz="44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242316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Рогалик про дев’ятиповерхівку на механічних ногах</a:t>
            </a:r>
            <a:endParaRPr lang="en-US" sz="2000" dirty="0"/>
          </a:p>
        </p:txBody>
      </p:sp>
      <p:sp>
        <p:nvSpPr>
          <p:cNvPr id="4" name="Tagline"/>
          <p:cNvSpPr txBox="1"/>
          <p:nvPr/>
        </p:nvSpPr>
        <p:spPr>
          <a:xfrm>
            <a:off x="548640" y="33832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Android-застосунок без інтернету та веб-версія</a:t>
            </a:r>
            <a:endParaRPr lang="en-US" sz="1500" dirty="0"/>
          </a:p>
        </p:txBody>
      </p:sp>
      <p:sp>
        <p:nvSpPr>
          <p:cNvPr id="5" name="Authors"/>
          <p:cNvSpPr txBox="1"/>
          <p:nvPr/>
        </p:nvSpPr>
        <p:spPr>
          <a:xfrm>
            <a:off x="548640" y="44805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Конкурс проєктів 2026 · Повзун Валерій</a:t>
            </a:r>
            <a:endParaRPr lang="en-US" sz="1200" dirty="0"/>
          </a:p>
        </p:txBody>
      </p:sp>
      <p:pic>
        <p:nvPicPr>
          <p:cNvPr id="6" name="Hub screenshot" descr="Хаб гри: вибір голови ОСББ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9144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Ідея гри</a:t>
            </a:r>
            <a:endParaRPr lang="en-US" sz="3200" dirty="0"/>
          </a:p>
        </p:txBody>
      </p:sp>
      <p:sp>
        <p:nvSpPr>
          <p:cNvPr id="3" name="Idea 1 circle"/>
          <p:cNvSpPr/>
          <p:nvPr/>
        </p:nvSpPr>
        <p:spPr>
          <a:xfrm>
            <a:off x="457200" y="128016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Idea 1 number"/>
          <p:cNvSpPr txBox="1"/>
          <p:nvPr/>
        </p:nvSpPr>
        <p:spPr>
          <a:xfrm>
            <a:off x="457200" y="1280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24358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Будинок на ногах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62763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Ти не персонаж, а ціла дев’ятиповерхівка: рухаєшся, а вона стріляє сама.</a:t>
            </a:r>
            <a:endParaRPr lang="en-US" sz="1400" dirty="0"/>
          </a:p>
        </p:txBody>
      </p:sp>
      <p:sp>
        <p:nvSpPr>
          <p:cNvPr id="7" name="Idea 2 circle"/>
          <p:cNvSpPr/>
          <p:nvPr/>
        </p:nvSpPr>
        <p:spPr>
          <a:xfrm>
            <a:off x="457200" y="237744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Idea 2 number"/>
          <p:cNvSpPr txBox="1"/>
          <p:nvPr/>
        </p:nvSpPr>
        <p:spPr>
          <a:xfrm>
            <a:off x="457200" y="2377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34086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Мешканці як механіка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72491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Врятованих сусідів вселяєш у фігурні квартири; їхні бонуси залежать від сусідства.</a:t>
            </a:r>
            <a:endParaRPr lang="en-US" sz="1400" dirty="0"/>
          </a:p>
        </p:txBody>
      </p:sp>
      <p:sp>
        <p:nvSpPr>
          <p:cNvPr id="11" name="Idea 3 circle"/>
          <p:cNvSpPr/>
          <p:nvPr/>
        </p:nvSpPr>
        <p:spPr>
          <a:xfrm>
            <a:off x="457200" y="347472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Idea 3 number"/>
          <p:cNvSpPr txBox="1"/>
          <p:nvPr/>
        </p:nvSpPr>
        <p:spPr>
          <a:xfrm>
            <a:off x="457200" y="3474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343814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Місто в петлі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82219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Три локації, дев’ять героїв, сюжет про 04:17 і три кінцівки.</a:t>
            </a:r>
            <a:endParaRPr lang="en-US" sz="1400" dirty="0"/>
          </a:p>
        </p:txBody>
      </p:sp>
      <p:pic>
        <p:nvPicPr>
          <p:cNvPr id="15" name="Combat screenshot" descr="Бій на телефоні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097280"/>
            <a:ext cx="3246120" cy="359359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Один рейд за чотири кроки</a:t>
            </a:r>
            <a:endParaRPr lang="en-US" sz="3200" dirty="0"/>
          </a:p>
        </p:txBody>
      </p:sp>
      <p:sp>
        <p:nvSpPr>
          <p:cNvPr id="3" name="Step card 1"/>
          <p:cNvSpPr/>
          <p:nvPr/>
        </p:nvSpPr>
        <p:spPr>
          <a:xfrm>
            <a:off x="457200" y="1188720"/>
            <a:ext cx="1965960" cy="338328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/>
        </p:spPr>
      </p:sp>
      <p:pic>
        <p:nvPicPr>
          <p:cNvPr id="4" name="Step image 1" descr="Карт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98448"/>
            <a:ext cx="1600200" cy="120015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94360" y="32004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Карта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3584448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10 кроків, розвилки, бос наприкінці</a:t>
            </a:r>
            <a:endParaRPr lang="en-US" sz="1300" dirty="0"/>
          </a:p>
        </p:txBody>
      </p:sp>
      <p:sp>
        <p:nvSpPr>
          <p:cNvPr id="7" name="Step card 2"/>
          <p:cNvSpPr/>
          <p:nvPr/>
        </p:nvSpPr>
        <p:spPr>
          <a:xfrm>
            <a:off x="2560320" y="1188720"/>
            <a:ext cx="1965960" cy="338328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/>
        </p:spPr>
      </p:sp>
      <p:pic>
        <p:nvPicPr>
          <p:cNvPr id="8" name="Step image 2" descr="Бій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298448"/>
            <a:ext cx="1600200" cy="177022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697480" y="32004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Бій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2697480" y="3584448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хвилі ворогів, комбо, ривок і вміння</a:t>
            </a:r>
            <a:endParaRPr lang="en-US" sz="1300" dirty="0"/>
          </a:p>
        </p:txBody>
      </p:sp>
      <p:sp>
        <p:nvSpPr>
          <p:cNvPr id="11" name="Step card 3"/>
          <p:cNvSpPr/>
          <p:nvPr/>
        </p:nvSpPr>
        <p:spPr>
          <a:xfrm>
            <a:off x="4663440" y="1188720"/>
            <a:ext cx="1965960" cy="338328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/>
        </p:spPr>
      </p:sp>
      <p:pic>
        <p:nvPicPr>
          <p:cNvPr id="12" name="Step image 3" descr="Перк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298448"/>
            <a:ext cx="1600200" cy="1770221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800600" y="32004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Перк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4800600" y="3584448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сусіди пропонують по одному на рівень</a:t>
            </a:r>
            <a:endParaRPr lang="en-US" sz="1300" dirty="0"/>
          </a:p>
        </p:txBody>
      </p:sp>
      <p:sp>
        <p:nvSpPr>
          <p:cNvPr id="15" name="Step card 4"/>
          <p:cNvSpPr/>
          <p:nvPr/>
        </p:nvSpPr>
        <p:spPr>
          <a:xfrm>
            <a:off x="6766560" y="1188720"/>
            <a:ext cx="1965960" cy="338328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/>
        </p:spPr>
      </p:sp>
      <p:pic>
        <p:nvPicPr>
          <p:cNvPr id="16" name="Step image 4" descr="Будинок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298448"/>
            <a:ext cx="1600200" cy="1770221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903720" y="32004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Будинок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6903720" y="3584448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квартири, обладнання, еволюції зброї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Що всередині: масштаб гри</a:t>
            </a:r>
            <a:endParaRPr lang="en-US" sz="3200" dirty="0"/>
          </a:p>
        </p:txBody>
      </p:sp>
      <p:sp>
        <p:nvSpPr>
          <p:cNvPr id="3" name="Stat card 1"/>
          <p:cNvSpPr/>
          <p:nvPr/>
        </p:nvSpPr>
        <p:spPr>
          <a:xfrm>
            <a:off x="457200" y="1234440"/>
            <a:ext cx="260604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4" name="Stat value 1"/>
          <p:cNvSpPr txBox="1"/>
          <p:nvPr/>
        </p:nvSpPr>
        <p:spPr>
          <a:xfrm>
            <a:off x="640080" y="134416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героїв з власними вміннями на E</a:t>
            </a:r>
            <a:endParaRPr lang="en-US" sz="1400" dirty="0"/>
          </a:p>
        </p:txBody>
      </p:sp>
      <p:sp>
        <p:nvSpPr>
          <p:cNvPr id="6" name="Stat card 2"/>
          <p:cNvSpPr/>
          <p:nvPr/>
        </p:nvSpPr>
        <p:spPr>
          <a:xfrm>
            <a:off x="3246120" y="1234440"/>
            <a:ext cx="260604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7" name="Stat value 2"/>
          <p:cNvSpPr txBox="1"/>
          <p:nvPr/>
        </p:nvSpPr>
        <p:spPr>
          <a:xfrm>
            <a:off x="3429000" y="134416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2148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локації, 36 типів ворогів і лідерів</a:t>
            </a:r>
            <a:endParaRPr lang="en-US" sz="1400" dirty="0"/>
          </a:p>
        </p:txBody>
      </p:sp>
      <p:sp>
        <p:nvSpPr>
          <p:cNvPr id="9" name="Stat card 3"/>
          <p:cNvSpPr/>
          <p:nvPr/>
        </p:nvSpPr>
        <p:spPr>
          <a:xfrm>
            <a:off x="6035040" y="1234440"/>
            <a:ext cx="260604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10" name="Stat value 3"/>
          <p:cNvSpPr txBox="1"/>
          <p:nvPr/>
        </p:nvSpPr>
        <p:spPr>
          <a:xfrm>
            <a:off x="6217920" y="134416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148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ядер зброї та 7 еволюцій</a:t>
            </a:r>
            <a:endParaRPr lang="en-US" sz="1400" dirty="0"/>
          </a:p>
        </p:txBody>
      </p:sp>
      <p:sp>
        <p:nvSpPr>
          <p:cNvPr id="12" name="Stat card 4"/>
          <p:cNvSpPr/>
          <p:nvPr/>
        </p:nvSpPr>
        <p:spPr>
          <a:xfrm>
            <a:off x="457200" y="2926080"/>
            <a:ext cx="260604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13" name="Stat value 4"/>
          <p:cNvSpPr txBox="1"/>
          <p:nvPr/>
        </p:nvSpPr>
        <p:spPr>
          <a:xfrm>
            <a:off x="640080" y="303580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перків від мешканців</a:t>
            </a:r>
            <a:endParaRPr lang="en-US" sz="1400" dirty="0"/>
          </a:p>
        </p:txBody>
      </p:sp>
      <p:sp>
        <p:nvSpPr>
          <p:cNvPr id="15" name="Stat card 5"/>
          <p:cNvSpPr/>
          <p:nvPr/>
        </p:nvSpPr>
        <p:spPr>
          <a:xfrm>
            <a:off x="3246120" y="2926080"/>
            <a:ext cx="260604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16" name="Stat value 5"/>
          <p:cNvSpPr txBox="1"/>
          <p:nvPr/>
        </p:nvSpPr>
        <p:spPr>
          <a:xfrm>
            <a:off x="3429000" y="303580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480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3840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досягнення й 9 епілогів героїв</a:t>
            </a:r>
            <a:endParaRPr lang="en-US" sz="1400" dirty="0"/>
          </a:p>
        </p:txBody>
      </p:sp>
      <p:sp>
        <p:nvSpPr>
          <p:cNvPr id="18" name="Stat card 6"/>
          <p:cNvSpPr/>
          <p:nvPr/>
        </p:nvSpPr>
        <p:spPr>
          <a:xfrm>
            <a:off x="6035040" y="2926080"/>
            <a:ext cx="260604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19" name="Stat value 6"/>
          <p:cNvSpPr txBox="1"/>
          <p:nvPr/>
        </p:nvSpPr>
        <p:spPr>
          <a:xfrm>
            <a:off x="6217920" y="303580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445</a:t>
            </a:r>
            <a:endParaRPr lang="en-US" sz="48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3840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озвучених реплік, 13 голосів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Архітектура: одна кодова база, три збірки</a:t>
            </a:r>
            <a:endParaRPr lang="en-US" sz="3200" dirty="0"/>
          </a:p>
        </p:txBody>
      </p:sp>
      <p:sp>
        <p:nvSpPr>
          <p:cNvPr id="3" name="Box logic"/>
          <p:cNvSpPr/>
          <p:nvPr/>
        </p:nvSpPr>
        <p:spPr>
          <a:xfrm>
            <a:off x="457200" y="1188720"/>
            <a:ext cx="2560320" cy="1554480"/>
          </a:xfrm>
          <a:prstGeom prst="roundRect">
            <a:avLst>
              <a:gd name="adj" fmla="val 5882"/>
            </a:avLst>
          </a:prstGeom>
          <a:solidFill>
            <a:schemeClr val="accent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lib/game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64208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правила без DOM: економіка, сюжет, збереження, баланс; його перевіряють тести</a:t>
            </a:r>
            <a:endParaRPr lang="en-US" sz="1250" dirty="0"/>
          </a:p>
        </p:txBody>
      </p:sp>
      <p:sp>
        <p:nvSpPr>
          <p:cNvPr id="6" name="Box engine"/>
          <p:cNvSpPr/>
          <p:nvPr/>
        </p:nvSpPr>
        <p:spPr>
          <a:xfrm>
            <a:off x="3291840" y="1188720"/>
            <a:ext cx="2560320" cy="1554480"/>
          </a:xfrm>
          <a:prstGeom prst="roundRect">
            <a:avLst>
              <a:gd name="adj" fmla="val 5882"/>
            </a:avLst>
          </a:prstGeom>
          <a:solidFill>
            <a:schemeClr val="accent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2900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engine (Canvas)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664208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бій, вороги, вміння героїв; вантажиться окремим фрагментом</a:t>
            </a:r>
            <a:endParaRPr lang="en-US" sz="1250" dirty="0"/>
          </a:p>
        </p:txBody>
      </p:sp>
      <p:sp>
        <p:nvSpPr>
          <p:cNvPr id="9" name="Box ui"/>
          <p:cNvSpPr/>
          <p:nvPr/>
        </p:nvSpPr>
        <p:spPr>
          <a:xfrm>
            <a:off x="6126480" y="1188720"/>
            <a:ext cx="2560320" cy="1554480"/>
          </a:xfrm>
          <a:prstGeom prst="roundRect">
            <a:avLst>
              <a:gd name="adj" fmla="val 5882"/>
            </a:avLst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6364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app (React 19)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664208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хаб, карта, план будинку, діалоги, налаштування; touch, клавіатура й геймпад</a:t>
            </a:r>
            <a:endParaRPr lang="en-US" sz="1250" dirty="0"/>
          </a:p>
        </p:txBody>
      </p:sp>
      <p:sp>
        <p:nvSpPr>
          <p:cNvPr id="12" name="Arrow 1"/>
          <p:cNvSpPr/>
          <p:nvPr/>
        </p:nvSpPr>
        <p:spPr>
          <a:xfrm>
            <a:off x="3035808" y="1828800"/>
            <a:ext cx="237744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3" name="Arrow 2"/>
          <p:cNvSpPr/>
          <p:nvPr/>
        </p:nvSpPr>
        <p:spPr>
          <a:xfrm>
            <a:off x="5870448" y="1828800"/>
            <a:ext cx="237744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3063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Збірки</a:t>
            </a:r>
            <a:endParaRPr lang="en-US" sz="1800" dirty="0"/>
          </a:p>
        </p:txBody>
      </p:sp>
      <p:sp>
        <p:nvSpPr>
          <p:cNvPr id="15" name="Build card 1"/>
          <p:cNvSpPr/>
          <p:nvPr/>
        </p:nvSpPr>
        <p:spPr>
          <a:xfrm>
            <a:off x="457200" y="3474720"/>
            <a:ext cx="260604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35478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Веб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38862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GitHub Pages, PWA з офлайн-кешем</a:t>
            </a:r>
            <a:endParaRPr lang="en-US" sz="1250" dirty="0"/>
          </a:p>
        </p:txBody>
      </p:sp>
      <p:sp>
        <p:nvSpPr>
          <p:cNvPr id="18" name="Build card 2"/>
          <p:cNvSpPr/>
          <p:nvPr/>
        </p:nvSpPr>
        <p:spPr>
          <a:xfrm>
            <a:off x="3246120" y="3474720"/>
            <a:ext cx="260604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383280" y="35478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Android APK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383280" y="38862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збирається власним скриптом без Gradle, підпис v2/v3</a:t>
            </a:r>
            <a:endParaRPr lang="en-US" sz="1250" dirty="0"/>
          </a:p>
        </p:txBody>
      </p:sp>
      <p:sp>
        <p:nvSpPr>
          <p:cNvPr id="21" name="Build card 3"/>
          <p:cNvSpPr/>
          <p:nvPr/>
        </p:nvSpPr>
        <p:spPr>
          <a:xfrm>
            <a:off x="6035040" y="3474720"/>
            <a:ext cx="260604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172200" y="35478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CI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172200" y="38862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типи, 228 тестів і збірка на кожен push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Інструменти й процес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Технології</a:t>
            </a:r>
            <a:endParaRPr lang="en-US" sz="2000" dirty="0"/>
          </a:p>
        </p:txBody>
      </p:sp>
      <p:sp>
        <p:nvSpPr>
          <p:cNvPr id="4" name="Технології"/>
          <p:cNvSpPr txBox="1"/>
          <p:nvPr/>
        </p:nvSpPr>
        <p:spPr>
          <a:xfrm>
            <a:off x="457200" y="1691640"/>
            <a:ext cx="39319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TypeScript, React 19, Vite, Canvas 2D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Музика генерується в Web Audio, без файлів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Озвучка: локальна нейромережа OmniVoice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Малюнки: генерація зображень за промптами в репозиторії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Офлайн: service worker, APK з усіма ресурсами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1887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Процес</a:t>
            </a:r>
            <a:endParaRPr lang="en-US" sz="2000" dirty="0"/>
          </a:p>
        </p:txBody>
      </p:sp>
      <p:sp>
        <p:nvSpPr>
          <p:cNvPr id="6" name="Процес"/>
          <p:cNvSpPr txBox="1"/>
          <p:nvPr/>
        </p:nvSpPr>
        <p:spPr>
          <a:xfrm>
            <a:off x="4754880" y="1691640"/>
            <a:ext cx="39319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228 автотестів, баланс-аудит із шістьма умовами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WBS і ROADMAP з датами до 15.12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Релізи на GitHub з SHA-256 файлу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Перевірки перед релізом: Android, доступність, крос-тест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Журнал змін і документація поруч із кодом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Що перевірено і що ще ні</a:t>
            </a:r>
            <a:endParaRPr lang="en-US" sz="3200" dirty="0"/>
          </a:p>
        </p:txBody>
      </p:sp>
      <p:sp>
        <p:nvSpPr>
          <p:cNvPr id="3" name="Checked card"/>
          <p:cNvSpPr/>
          <p:nvPr/>
        </p:nvSpPr>
        <p:spPr>
          <a:xfrm>
            <a:off x="457200" y="1188720"/>
            <a:ext cx="4023360" cy="3383280"/>
          </a:xfrm>
          <a:prstGeom prst="roundRect">
            <a:avLst>
              <a:gd name="adj" fmla="val 2703"/>
            </a:avLst>
          </a:prstGeom>
          <a:solidFill>
            <a:schemeClr val="bg2"/>
          </a:solidFill>
          <a:ln/>
        </p:spPr>
      </p:sp>
      <p:sp>
        <p:nvSpPr>
          <p:cNvPr id="4" name="Open card"/>
          <p:cNvSpPr/>
          <p:nvPr/>
        </p:nvSpPr>
        <p:spPr>
          <a:xfrm>
            <a:off x="4663440" y="1188720"/>
            <a:ext cx="4023360" cy="3383280"/>
          </a:xfrm>
          <a:prstGeom prst="roundRect">
            <a:avLst>
              <a:gd name="adj" fmla="val 2703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98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Перевірено</a:t>
            </a:r>
            <a:endParaRPr lang="en-US" sz="2000" dirty="0"/>
          </a:p>
        </p:txBody>
      </p:sp>
      <p:sp>
        <p:nvSpPr>
          <p:cNvPr id="6" name="Checked list"/>
          <p:cNvSpPr txBox="1"/>
          <p:nvPr/>
        </p:nvSpPr>
        <p:spPr>
          <a:xfrm>
            <a:off x="640080" y="173736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Тести правил, бою, збережень і голосів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Баланс: шість умов відчуття бою проходять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Доступність на екрані 360×640 і з текстом 130%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Малі екрани: заставка боса вміщується на будь-якому розмірі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Хеш APK збігається з файлом у релізі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298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Ще не перевірено</a:t>
            </a:r>
            <a:endParaRPr lang="en-US" sz="2000" dirty="0"/>
          </a:p>
        </p:txBody>
      </p:sp>
      <p:sp>
        <p:nvSpPr>
          <p:cNvPr id="8" name="Open list"/>
          <p:cNvSpPr txBox="1"/>
          <p:nvPr/>
        </p:nvSpPr>
        <p:spPr>
          <a:xfrm>
            <a:off x="4846320" y="173736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APK на справжньому телефоні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Живий плейтест з людьми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Геймпад на справжньому контролері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Відчуття балансу пізніх локацій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Чутність голосів на дешевих динаміках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Що далі за планом</a:t>
            </a:r>
            <a:endParaRPr lang="en-US" sz="3200" dirty="0"/>
          </a:p>
        </p:txBody>
      </p:sp>
      <p:sp>
        <p:nvSpPr>
          <p:cNvPr id="3" name="Date pill 1"/>
          <p:cNvSpPr/>
          <p:nvPr/>
        </p:nvSpPr>
        <p:spPr>
          <a:xfrm>
            <a:off x="457200" y="1188720"/>
            <a:ext cx="155448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</p:sp>
      <p:sp>
        <p:nvSpPr>
          <p:cNvPr id="4" name="Date 1"/>
          <p:cNvSpPr txBox="1"/>
          <p:nvPr/>
        </p:nvSpPr>
        <p:spPr>
          <a:xfrm>
            <a:off x="457200" y="1188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21–23.10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240280" y="11887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APK на справжньому телефоні</a:t>
            </a:r>
            <a:endParaRPr lang="en-US" sz="1700" dirty="0"/>
          </a:p>
        </p:txBody>
      </p:sp>
      <p:sp>
        <p:nvSpPr>
          <p:cNvPr id="6" name="Date pill 2"/>
          <p:cNvSpPr/>
          <p:nvPr/>
        </p:nvSpPr>
        <p:spPr>
          <a:xfrm>
            <a:off x="457200" y="1755648"/>
            <a:ext cx="155448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</p:sp>
      <p:sp>
        <p:nvSpPr>
          <p:cNvPr id="7" name="Date 2"/>
          <p:cNvSpPr txBox="1"/>
          <p:nvPr/>
        </p:nvSpPr>
        <p:spPr>
          <a:xfrm>
            <a:off x="457200" y="17556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26.10–3.11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240280" y="17556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Плейтест з одногрупниками</a:t>
            </a:r>
            <a:endParaRPr lang="en-US" sz="1700" dirty="0"/>
          </a:p>
        </p:txBody>
      </p:sp>
      <p:sp>
        <p:nvSpPr>
          <p:cNvPr id="9" name="Date pill 3"/>
          <p:cNvSpPr/>
          <p:nvPr/>
        </p:nvSpPr>
        <p:spPr>
          <a:xfrm>
            <a:off x="457200" y="2322576"/>
            <a:ext cx="155448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</p:sp>
      <p:sp>
        <p:nvSpPr>
          <p:cNvPr id="10" name="Date 3"/>
          <p:cNvSpPr txBox="1"/>
          <p:nvPr/>
        </p:nvSpPr>
        <p:spPr>
          <a:xfrm>
            <a:off x="457200" y="232257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9–11.11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240280" y="232257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Три повні проходи з журналом</a:t>
            </a:r>
            <a:endParaRPr lang="en-US" sz="1700" dirty="0"/>
          </a:p>
        </p:txBody>
      </p:sp>
      <p:sp>
        <p:nvSpPr>
          <p:cNvPr id="12" name="Date pill 4"/>
          <p:cNvSpPr/>
          <p:nvPr/>
        </p:nvSpPr>
        <p:spPr>
          <a:xfrm>
            <a:off x="457200" y="2889504"/>
            <a:ext cx="155448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</p:sp>
      <p:sp>
        <p:nvSpPr>
          <p:cNvPr id="13" name="Date 4"/>
          <p:cNvSpPr txBox="1"/>
          <p:nvPr/>
        </p:nvSpPr>
        <p:spPr>
          <a:xfrm>
            <a:off x="457200" y="288950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23–27.11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240280" y="288950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Реліз-кандидат і тег v1.0.0</a:t>
            </a:r>
            <a:endParaRPr lang="en-US" sz="1700" dirty="0"/>
          </a:p>
        </p:txBody>
      </p:sp>
      <p:sp>
        <p:nvSpPr>
          <p:cNvPr id="15" name="Date pill 5"/>
          <p:cNvSpPr/>
          <p:nvPr/>
        </p:nvSpPr>
        <p:spPr>
          <a:xfrm>
            <a:off x="457200" y="3456432"/>
            <a:ext cx="155448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</p:sp>
      <p:sp>
        <p:nvSpPr>
          <p:cNvPr id="16" name="Date 5"/>
          <p:cNvSpPr txBox="1"/>
          <p:nvPr/>
        </p:nvSpPr>
        <p:spPr>
          <a:xfrm>
            <a:off x="457200" y="345643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3–9.12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240280" y="34564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Крос-тест чужих проєктів</a:t>
            </a:r>
            <a:endParaRPr lang="en-US" sz="1700" dirty="0"/>
          </a:p>
        </p:txBody>
      </p:sp>
      <p:sp>
        <p:nvSpPr>
          <p:cNvPr id="18" name="Date pill 6"/>
          <p:cNvSpPr/>
          <p:nvPr/>
        </p:nvSpPr>
        <p:spPr>
          <a:xfrm>
            <a:off x="457200" y="4023360"/>
            <a:ext cx="1554480" cy="4572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/>
        </p:spPr>
      </p:sp>
      <p:sp>
        <p:nvSpPr>
          <p:cNvPr id="19" name="Date 6"/>
          <p:cNvSpPr txBox="1"/>
          <p:nvPr/>
        </p:nvSpPr>
        <p:spPr>
          <a:xfrm>
            <a:off x="457200" y="4023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15.12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2240280" y="40233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Захист</a:t>
            </a:r>
            <a:endParaRPr lang="en-US" sz="1700" dirty="0"/>
          </a:p>
        </p:txBody>
      </p:sp>
      <p:sp>
        <p:nvSpPr>
          <p:cNvPr id="21" name="Docs card"/>
          <p:cNvSpPr/>
          <p:nvPr/>
        </p:nvSpPr>
        <p:spPr>
          <a:xfrm>
            <a:off x="6675120" y="1188720"/>
            <a:ext cx="2011680" cy="3310128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12280" y="12984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Уже готово</a:t>
            </a:r>
            <a:endParaRPr lang="en-US" sz="1500" dirty="0"/>
          </a:p>
        </p:txBody>
      </p:sp>
      <p:sp>
        <p:nvSpPr>
          <p:cNvPr id="23" name="Docs list"/>
          <p:cNvSpPr txBox="1"/>
          <p:nvPr/>
        </p:nvSpPr>
        <p:spPr>
          <a:xfrm>
            <a:off x="6812280" y="1691640"/>
            <a:ext cx="1783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Чеклісти перевірок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Шаблони issue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Путівник гравця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Протокол плейтесту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Демо на п’ять хвилин</a:t>
            </a:r>
            <a:endParaRPr lang="en-US" sz="3200" dirty="0"/>
          </a:p>
        </p:txBody>
      </p:sp>
      <p:sp>
        <p:nvSpPr>
          <p:cNvPr id="3" name="Demo step 1 circle"/>
          <p:cNvSpPr/>
          <p:nvPr/>
        </p:nvSpPr>
        <p:spPr>
          <a:xfrm>
            <a:off x="457200" y="123444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Demo step 1 number"/>
          <p:cNvSpPr txBox="1"/>
          <p:nvPr/>
        </p:nvSpPr>
        <p:spPr>
          <a:xfrm>
            <a:off x="457200" y="1234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26187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Хаб: вибір героя й режимів</a:t>
            </a:r>
            <a:endParaRPr lang="en-US" sz="1700" dirty="0"/>
          </a:p>
        </p:txBody>
      </p:sp>
      <p:sp>
        <p:nvSpPr>
          <p:cNvPr id="6" name="Demo step 2 circle"/>
          <p:cNvSpPr/>
          <p:nvPr/>
        </p:nvSpPr>
        <p:spPr>
          <a:xfrm>
            <a:off x="457200" y="189280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Demo step 2 number"/>
          <p:cNvSpPr txBox="1"/>
          <p:nvPr/>
        </p:nvSpPr>
        <p:spPr>
          <a:xfrm>
            <a:off x="457200" y="1892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9202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Карта району та план будинку</a:t>
            </a:r>
            <a:endParaRPr lang="en-US" sz="1700" dirty="0"/>
          </a:p>
        </p:txBody>
      </p:sp>
      <p:sp>
        <p:nvSpPr>
          <p:cNvPr id="9" name="Demo step 3 circle"/>
          <p:cNvSpPr/>
          <p:nvPr/>
        </p:nvSpPr>
        <p:spPr>
          <a:xfrm>
            <a:off x="457200" y="2551176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Demo step 3 number"/>
          <p:cNvSpPr txBox="1"/>
          <p:nvPr/>
        </p:nvSpPr>
        <p:spPr>
          <a:xfrm>
            <a:off x="457200" y="2551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57860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Бій: рух, ривок, вміння E</a:t>
            </a:r>
            <a:endParaRPr lang="en-US" sz="1700" dirty="0"/>
          </a:p>
        </p:txBody>
      </p:sp>
      <p:sp>
        <p:nvSpPr>
          <p:cNvPr id="12" name="Demo step 4 circle"/>
          <p:cNvSpPr/>
          <p:nvPr/>
        </p:nvSpPr>
        <p:spPr>
          <a:xfrm>
            <a:off x="457200" y="3209544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Demo step 4 number"/>
          <p:cNvSpPr txBox="1"/>
          <p:nvPr/>
        </p:nvSpPr>
        <p:spPr>
          <a:xfrm>
            <a:off x="457200" y="32095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23697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Перк від сусідів і заставка боса</a:t>
            </a:r>
            <a:endParaRPr lang="en-US" sz="1700" dirty="0"/>
          </a:p>
        </p:txBody>
      </p:sp>
      <p:sp>
        <p:nvSpPr>
          <p:cNvPr id="15" name="Demo step 5 circle"/>
          <p:cNvSpPr/>
          <p:nvPr/>
        </p:nvSpPr>
        <p:spPr>
          <a:xfrm>
            <a:off x="457200" y="3867912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Demo step 5 number"/>
          <p:cNvSpPr txBox="1"/>
          <p:nvPr/>
        </p:nvSpPr>
        <p:spPr>
          <a:xfrm>
            <a:off x="457200" y="3867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89534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Налаштування: текст 130% і кольори для дальтоніків</a:t>
            </a:r>
            <a:endParaRPr lang="en-US" sz="1700" dirty="0"/>
          </a:p>
        </p:txBody>
      </p:sp>
      <p:pic>
        <p:nvPicPr>
          <p:cNvPr id="18" name="Boss intro screenshot" descr="Заставка бос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1143000"/>
            <a:ext cx="3017520" cy="3337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sing title"/>
          <p:cNvSpPr txBox="1"/>
          <p:nvPr/>
        </p:nvSpPr>
        <p:spPr>
          <a:xfrm>
            <a:off x="548640" y="10972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Дякую!</a:t>
            </a:r>
            <a:endParaRPr lang="en-US" sz="4800" dirty="0"/>
          </a:p>
        </p:txBody>
      </p:sp>
      <p:sp>
        <p:nvSpPr>
          <p:cNvPr id="3" name="Link web"/>
          <p:cNvSpPr txBox="1"/>
          <p:nvPr/>
        </p:nvSpPr>
        <p:spPr>
          <a:xfrm>
            <a:off x="548640" y="22860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Грати: valera99686.github.io/osbb-end-of-world</a:t>
            </a:r>
            <a:endParaRPr lang="en-US" sz="2000" dirty="0"/>
          </a:p>
        </p:txBody>
      </p:sp>
      <p:sp>
        <p:nvSpPr>
          <p:cNvPr id="4" name="Link repo"/>
          <p:cNvSpPr txBox="1"/>
          <p:nvPr/>
        </p:nvSpPr>
        <p:spPr>
          <a:xfrm>
            <a:off x="548640" y="28346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APK і код: github.com/valera99686/osbb-end-of-world</a:t>
            </a:r>
            <a:endParaRPr lang="en-US" sz="2000" dirty="0"/>
          </a:p>
        </p:txBody>
      </p:sp>
      <p:sp>
        <p:nvSpPr>
          <p:cNvPr id="5" name="Questions"/>
          <p:cNvSpPr txBox="1"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Питання?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ОСББ кінця світу">
  <a:themeElements>
    <a:clrScheme name="ОСББ кінця світу">
      <a:dk1>
        <a:srgbClr val="0E1A20"/>
      </a:dk1>
      <a:lt1>
        <a:srgbClr val="FFFFFF"/>
      </a:lt1>
      <a:dk2>
        <a:srgbClr val="1E3A44"/>
      </a:dk2>
      <a:lt2>
        <a:srgbClr val="EEF3F4"/>
      </a:lt2>
      <a:accent1>
        <a:srgbClr val="E0A54A"/>
      </a:accent1>
      <a:accent2>
        <a:srgbClr val="3A9A78"/>
      </a:accent2>
      <a:accent3>
        <a:srgbClr val="6FB7D0"/>
      </a:accent3>
      <a:accent4>
        <a:srgbClr val="C8821D"/>
      </a:accent4>
      <a:accent5>
        <a:srgbClr val="5B7C88"/>
      </a:accent5>
      <a:accent6>
        <a:srgbClr val="D95F59"/>
      </a:accent6>
      <a:hlink>
        <a:srgbClr val="2B7FA3"/>
      </a:hlink>
      <a:folHlink>
        <a:srgbClr val="6B5B95"/>
      </a:folHlink>
    </a:clrScheme>
    <a:fontScheme name="ОСББ кінця світу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ОСББ кінця світу: презентація проєкту</dc:title>
  <dc:subject>Конкурс проєктів 2026</dc:subject>
  <dc:creator>Повзун Валерій</dc:creator>
  <cp:lastModifiedBy>Повзун Валерій</cp:lastModifiedBy>
  <cp:revision>1</cp:revision>
  <dcterms:created xsi:type="dcterms:W3CDTF">2026-10-22T11:18:20Z</dcterms:created>
  <dcterms:modified xsi:type="dcterms:W3CDTF">2026-10-22T11:18:20Z</dcterms:modified>
</cp:coreProperties>
</file>